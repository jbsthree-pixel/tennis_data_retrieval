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8064-3365-F7B1-D2C1-40A59109A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1B2FE-71BF-C437-B483-99DAA8AAD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F7D8-E747-D27F-093C-C393E19B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C8C98-1FC7-81F1-3968-CB674FE6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7E5B5-624A-0AEE-59A1-61E90CDDE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8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DA884-101A-8B8B-1EBE-504EC42FE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57B27-A76C-5142-2EA2-918ED5A03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235C-9DF7-76D2-724E-15CD4829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AF00F-3F42-42E6-7019-FF95C5DA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5547-BF6D-782D-C855-8760D355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6FE98-1790-93E5-6AAC-36FEB6C8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3599B-327C-1241-5FC9-C03BBE9C0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64197-B026-498C-7179-B5876CE84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DE3E0-1AC4-31D6-CFC2-FF98025C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07397-00E8-B021-F7B5-DC391AF8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01CB-32A1-2013-B6AC-CBA6D6A5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5587-C629-D5E3-4655-018A4A362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EEB4E-A7B8-0589-D443-B79A561A5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5066D-395B-8671-B399-09AF85C4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42EA-7026-F66D-F431-18315D4E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47BC2-FDF2-8DFA-A890-7FA9A062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E69B-EFE8-948F-5E6D-4055E4AD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3F59F-2803-5958-847F-E2F5702F7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82D25-A1CE-1CC9-A5AC-3CAB56C1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76E62-9FB4-4537-070A-8B446E827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31380-B423-324A-4120-C5E4F860C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F75DD0-B824-4CE9-4B69-55D9D03D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60074-CA26-ABD2-6E98-BE113FC31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9F2DE-A9C0-265E-3594-6F826FC3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9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36C8-603A-CC52-30E3-3A779009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6C786-4C3B-D417-8B90-A10C8A1B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18763-3A6E-34CC-E1A0-52A82877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329A8-94F1-5495-449E-A35814D4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81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9901DA-4F12-D3E4-50C5-4058B8A5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7F3556-6294-9321-9EA9-27F423E0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FC96B-81AD-8EE4-6FC8-EC5FC7414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1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B3A0F-E7E1-4301-5202-77D448BB1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EE33E-8DDB-8DA2-0625-0007428E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9279B-27E7-BBC6-11B4-CBACDA8D2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D0FC1-3776-1EE6-DB9B-97C7ACA7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58C56-E6E3-1C70-515F-C2D37046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FF696-B3D8-3BC2-EF52-D3DA566D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9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4DDA-C611-6185-02DF-718BF32D1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2AA2E5-5A13-9F11-0A41-9DEA5C71A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7C179-FD88-4DAD-CC27-B95B1D135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6DB77-6121-FC44-FFDD-CF0CEB64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92153-14D1-0467-CE5D-5B9F6A98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AF500-98BC-B635-873F-001A1DE6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1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C3B0-FDE0-4E51-154A-C72AB70CA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27024E-0499-F6B3-8BE7-24C415310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B605F-ED25-B720-F9AF-CD9B0C298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B94D0-BE09-1DD7-152F-24AB0649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8855-2920-907C-D2E4-71D33448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6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06B3B-3FED-1720-55C8-29C09EFEF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6E4A9-76A6-B924-2BD6-EFEC8AEEC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10EB-7C91-EB06-4AB0-0EA50C67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0CAEA-51CD-4AF4-98C5-53B304C4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E470-8758-40E4-78E6-B6E97968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384D6-F8BB-7DBB-B05D-9F57B18F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94397-F6F0-BC11-D31B-41E4A2FBE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DA78E-E481-2EAF-72E0-5547796BD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D0267-A1C0-4AC3-BF6D-B21CC6E53808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9F7B8-FA1A-0142-F8B1-9F38F90DC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90FD8-B44B-467A-AE04-CF86304AF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58650-A523-4C72-A036-5F8B795B3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cizrtennis.com/userMatches/watch/5ae08b841a0000f894c84d1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A5FF9-3561-5091-4693-9107079D9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468" y="2719198"/>
            <a:ext cx="3029373" cy="27150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729DE2-5E1B-9429-9F6A-849953044EE7}"/>
              </a:ext>
            </a:extLst>
          </p:cNvPr>
          <p:cNvSpPr txBox="1"/>
          <p:nvPr/>
        </p:nvSpPr>
        <p:spPr>
          <a:xfrm>
            <a:off x="1932552" y="1999844"/>
            <a:ext cx="3889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Match: 69c9cb6c3c0000da69d8f49c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7CCEA-26C8-EDD1-DA5C-B0C898EA4007}"/>
              </a:ext>
            </a:extLst>
          </p:cNvPr>
          <p:cNvSpPr txBox="1"/>
          <p:nvPr/>
        </p:nvSpPr>
        <p:spPr>
          <a:xfrm>
            <a:off x="6448425" y="1999844"/>
            <a:ext cx="388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Match: 5ae08b841a0000f894c84d14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E568F1-E5C1-1CAD-6843-6A0537E0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224" y="2819224"/>
            <a:ext cx="2896004" cy="2514951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38D2E0AF-9898-48CC-E6B4-039E0B98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data from CIZR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DE6EFB-42D3-7C42-8F37-4449436A3DCA}"/>
              </a:ext>
            </a:extLst>
          </p:cNvPr>
          <p:cNvSpPr txBox="1"/>
          <p:nvPr/>
        </p:nvSpPr>
        <p:spPr>
          <a:xfrm>
            <a:off x="2336796" y="5599557"/>
            <a:ext cx="3080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Curl command retrieves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41A44-7340-72EA-B450-45ED2B43539C}"/>
              </a:ext>
            </a:extLst>
          </p:cNvPr>
          <p:cNvSpPr txBox="1"/>
          <p:nvPr/>
        </p:nvSpPr>
        <p:spPr>
          <a:xfrm>
            <a:off x="6453367" y="5599557"/>
            <a:ext cx="3877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Curl command does not retrieve data</a:t>
            </a:r>
          </a:p>
        </p:txBody>
      </p:sp>
    </p:spTree>
    <p:extLst>
      <p:ext uri="{BB962C8B-B14F-4D97-AF65-F5344CB8AC3E}">
        <p14:creationId xmlns:p14="http://schemas.microsoft.com/office/powerpoint/2010/main" val="323464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DCF0-35E5-1620-8320-6AE2F22E0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86469E66-1731-74AB-E8D4-C1E449CF0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way to see this: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038176-036C-612F-5CAC-3DA4E07D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Login to CIZR</a:t>
            </a:r>
          </a:p>
          <a:p>
            <a:r>
              <a:rPr lang="en-US" sz="1800" dirty="0"/>
              <a:t>Find a match (like this </a:t>
            </a:r>
            <a:r>
              <a:rPr lang="en-US" sz="1800" dirty="0">
                <a:hlinkClick r:id="rId2"/>
              </a:rPr>
              <a:t>one</a:t>
            </a:r>
            <a:r>
              <a:rPr lang="en-US" sz="1800" dirty="0"/>
              <a:t>)</a:t>
            </a:r>
          </a:p>
          <a:p>
            <a:r>
              <a:rPr lang="en-US" sz="1800" dirty="0"/>
              <a:t>Press “F12” or “Function+F12” to see DevTools</a:t>
            </a:r>
          </a:p>
          <a:p>
            <a:r>
              <a:rPr lang="en-US" sz="1800" dirty="0"/>
              <a:t>Click the Network icon</a:t>
            </a:r>
          </a:p>
          <a:p>
            <a:r>
              <a:rPr lang="en-US" sz="1800" dirty="0"/>
              <a:t>Write “</a:t>
            </a:r>
            <a:r>
              <a:rPr lang="en-US" sz="1800" dirty="0" err="1"/>
              <a:t>api</a:t>
            </a:r>
            <a:r>
              <a:rPr lang="en-US" sz="1800" dirty="0"/>
              <a:t>/matches” in the text box for filter</a:t>
            </a:r>
          </a:p>
          <a:p>
            <a:r>
              <a:rPr lang="en-US" sz="1800" dirty="0"/>
              <a:t>Refresh the page</a:t>
            </a:r>
          </a:p>
          <a:p>
            <a:r>
              <a:rPr lang="en-US" sz="1800" dirty="0"/>
              <a:t>Click the match name you’ve chosen.</a:t>
            </a:r>
          </a:p>
          <a:p>
            <a:r>
              <a:rPr lang="en-US" sz="1800" dirty="0"/>
              <a:t>Scroll “response” to find the array for “players”.</a:t>
            </a:r>
          </a:p>
          <a:p>
            <a:r>
              <a:rPr lang="en-US" sz="1800" dirty="0"/>
              <a:t>Some players have an ID. Others don’t.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B5B70-BF7A-918E-5B46-33F7BD283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732" y="282102"/>
            <a:ext cx="4120936" cy="6293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76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JSON data from CIZR</vt:lpstr>
      <vt:lpstr>One way to see this: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 Summers</dc:creator>
  <cp:lastModifiedBy>Jim Summers</cp:lastModifiedBy>
  <cp:revision>2</cp:revision>
  <dcterms:created xsi:type="dcterms:W3CDTF">2026-04-11T18:25:53Z</dcterms:created>
  <dcterms:modified xsi:type="dcterms:W3CDTF">2026-04-11T18:37:11Z</dcterms:modified>
</cp:coreProperties>
</file>